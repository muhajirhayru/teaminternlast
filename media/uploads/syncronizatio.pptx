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306" r:id="rId5"/>
    <p:sldId id="260" r:id="rId6"/>
    <p:sldId id="261" r:id="rId7"/>
    <p:sldId id="262" r:id="rId8"/>
    <p:sldId id="263" r:id="rId9"/>
    <p:sldId id="264" r:id="rId10"/>
    <p:sldId id="265" r:id="rId11"/>
    <p:sldId id="269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92" r:id="rId28"/>
    <p:sldId id="293" r:id="rId29"/>
    <p:sldId id="294" r:id="rId30"/>
    <p:sldId id="297" r:id="rId31"/>
    <p:sldId id="301" r:id="rId32"/>
    <p:sldId id="302" r:id="rId33"/>
    <p:sldId id="303" r:id="rId34"/>
    <p:sldId id="304" r:id="rId35"/>
    <p:sldId id="305" r:id="rId3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Synchronization-in-distributed-computing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Synchronization-in-distributed-computing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Synchronization-in-distributed-computing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7642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Synchronization-in-distributed-computing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Synchronization-in-distributed-computing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Synchronization-in-distributed-computing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Synchronization-in-distributed-computing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Synchronization-in-distributed-computing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Synchronization-in-distributed-computing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Synchronization-in-distributed-computing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Synchronization-in-distributed-computing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Synchronization-in-distributed-computing-1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Synchronization-in-distributed-computing-2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Synchronization-in-distributed-computing-2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Synchronization-in-distributed-computing-2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Synchronization-in-distributed-computing-2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Synchronization-in-distributed-computing-2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Synchronization-in-distributed-computing-2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Synchronization-in-distributed-computing-2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Synchronization-in-distributed-computing-2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Synchronization-in-distributed-computing-2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Synchronization-in-distributed-computing-2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Synchronization-in-distributed-computing-3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Synchronization-in-distributed-computing-3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Synchronization-in-distributed-computing-3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Synchronization-in-distributed-computing-3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95836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8-Synchronization-in-distributed-computing-3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9-Synchronization-in-distributed-computing-3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2-Synchronization-in-distributed-computing-4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6-Synchronization-in-distributed-computing-4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7-Synchronization-in-distributed-computing-4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8-Synchronization-in-distributed-computing-4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49-Synchronization-in-distributed-computing-4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50-Synchronization-in-distributed-computing-5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On-screen Show (4:3)</PresentationFormat>
  <Paragraphs>0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hailea</dc:creator>
  <cp:keywords/>
  <dc:description>generated using python-pptx</dc:description>
  <cp:lastModifiedBy>Yibeltal Gashaw</cp:lastModifiedBy>
  <cp:revision>5</cp:revision>
  <dcterms:created xsi:type="dcterms:W3CDTF">2013-01-27T09:14:16Z</dcterms:created>
  <dcterms:modified xsi:type="dcterms:W3CDTF">2024-12-16T08:08:54Z</dcterms:modified>
  <cp:category/>
</cp:coreProperties>
</file>